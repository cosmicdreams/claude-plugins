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Design Lab as the code-to-Figma component library generator.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the navy 16:9 area with the Loom recording before the event. In PowerPoint, use Insert &gt; Video &gt; Video on My PC (or Online Video), then size the video to cover the navy area. For unattended pre-show, set playback to Start Automatically and Loop until Stopped.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the Figma logo or Open Figma to open Figma in a browser. Replace both hyperlinks with the direct component-library file URL when it is available. Figma logo source: https://commons.wikimedia.org/wiki/File:Figma-logo.svg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 and ask attendees to add feedback in the event comments.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figma.com/files/" TargetMode="Externa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B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901952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IBM Plex Sans"/>
              </a:rPr>
              <a:t>Design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3090672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0">
                <a:solidFill>
                  <a:srgbClr val="FFFFFF"/>
                </a:solidFill>
                <a:latin typeface="IBM Plex Sans"/>
              </a:rPr>
              <a:t>Code → Figma component library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1996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BM Plex Sans"/>
              </a:rPr>
              <a:t>VELIR  /  INTERNAL SCIENCE FAIR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700" b="1">
                <a:solidFill>
                  <a:srgbClr val="0051FF"/>
                </a:solidFill>
                <a:latin typeface="IBM Plex Sans"/>
              </a:rPr>
              <a:t>Pre-show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99616" y="1088136"/>
            <a:ext cx="9189720" cy="5166360"/>
          </a:xfrm>
          <a:prstGeom prst="roundRect">
            <a:avLst>
              <a:gd name="adj" fmla="val 3000"/>
            </a:avLst>
          </a:prstGeom>
          <a:solidFill>
            <a:srgbClr val="001B67"/>
          </a:solidFill>
          <a:ln w="12700">
            <a:solidFill>
              <a:srgbClr val="E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31720" y="2880360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BM Plex Sans"/>
              </a:rPr>
              <a:t>LOOM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344728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IBM Plex Sans"/>
              </a:rPr>
              <a:t>Generating the Figma file from scratch</a:t>
            </a:r>
          </a:p>
        </p:txBody>
      </p:sp>
      <p:pic>
        <p:nvPicPr>
          <p:cNvPr id="6" name="Picture 5" descr="veli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6236208"/>
            <a:ext cx="1078992" cy="403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700" b="1">
                <a:solidFill>
                  <a:srgbClr val="0051FF"/>
                </a:solidFill>
                <a:latin typeface="IBM Plex Sans"/>
              </a:rPr>
              <a:t>Figma walkthrough</a:t>
            </a:r>
          </a:p>
        </p:txBody>
      </p:sp>
      <p:pic>
        <p:nvPicPr>
          <p:cNvPr id="3" name="Picture 2" descr="figma-logo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2346960" cy="3520440"/>
          </a:xfrm>
          <a:prstGeom prst="rect">
            <a:avLst/>
          </a:prstGeom>
        </p:spPr>
      </p:pic>
      <p:sp>
        <p:nvSpPr>
          <p:cNvPr id="4" name="TextBox 3">
            <a:hlinkClick r:id="rId3"/>
          </p:cNvPr>
          <p:cNvSpPr txBox="1"/>
          <p:nvPr/>
        </p:nvSpPr>
        <p:spPr>
          <a:xfrm>
            <a:off x="4251960" y="5157216"/>
            <a:ext cx="365760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0051FF"/>
                </a:solidFill>
                <a:latin typeface="IBM Plex Sans"/>
              </a:rPr>
              <a:t>Open Figma</a:t>
            </a:r>
          </a:p>
        </p:txBody>
      </p:sp>
      <p:pic>
        <p:nvPicPr>
          <p:cNvPr id="5" name="Picture 4" descr="velir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7312" y="6236208"/>
            <a:ext cx="1078992" cy="403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B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011680"/>
            <a:ext cx="106070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IBM Plex Sans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18688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IBM Plex Sans"/>
              </a:rPr>
              <a:t>Get in the comments!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1996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BM Plex Sans"/>
              </a:rPr>
              <a:t>VELIR  /  DESIGN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